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Roughly 8 hours with breaks and lunch. Modules 4 and 6 are the centerpieces — protect their time. Each module pairs slides with a live demo or a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These six objectives are the spine of the day. Reread them at each module boundary so the room can see the throughline.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Ask for a show of hands per persona. You will tailor emphasis: architects care about strategy slides, developers about Copilot and instrumentation, ops about App Service scaling and App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Frame skills as capabilities, not certifications. Each capability maps to a hands-on activity later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This slide is the deliverable many sponsors want. Encourage attendees to leave with a draft plan for their own org.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Position the workshop itself as a Cloud Challenge: by end of day each persona walks away with something they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Contrast with the legacy ticket-and-handoff model. Everything we do today is reproducible and observable.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Defuse the fear that modernization = full rewrite. Most value comes from rehost/replatform plus targeted refactors.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Have the room call out which driver is loudest for them. You will tie each back to an App Service or App Insights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Right-size the platform to the team. We chose App Service for MAPAQ: PaaS simplicity, container flexibility, built-in scale and diagnostics.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MAPAQ today is Replatform + targeted Refactor: containerized .NET 10 on App Service, Entra-only SQL, modern instrumentation. Walk left-to-right: effort and value both increase.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Decision-making is iterative and non-linear: you may rehost first, then refactor later. Today MAPAQ is our proof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This is exactly what is deployed in rg-dev-001: two .NET containers on App Service (P1v3), Entra-only Azure SQL behind a private endpoint, one workspace-based Application Insights resource.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Position AI as a force multiplier, not a replacement. The modernization agent we show next does the heavy, repetitive upgrade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Open VS Code and show the Copilot chat panel. Confirm the C# Dev Kit and the modernization extension are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This is the GitHub Copilot app modernization - upgrade for .NET tooling. It drives the upgrade end-to-end while you review. Highlight that it works task-by-task, not in one risky bang.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Emphasize the loop: apply → build → test → fix. The agent iterates until the project compiles and tests pass, then moves to the next project in topological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DEMO. Run the agent against a sample legacy project. Narrate each task as it lands. Stop to show one breaking-change fix and how the agent explains it. Keep the dashboard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The environment in rg-dev-001 was deployed exactly this way from the pipeline. First run ~6–8 min. Outputs include the App Insights connection 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Open infra/ in VS Code. Reinforce: every resource in rg-dev-001 came from these files — reproducible and reviewable.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These are the real resources. Use the parameterized PowerShell script (scripts/open-monitoring-dashboard.ps1) to jump straight to the live dashboard during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Open the mapaq-web app in the portal. Give the room a 60-second orientation before diving into each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These are the actual production settings on mapaq-web. Explain why each hardening choice was 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IMPORTANT reconciliation point: the live app uses MANAGED IDENTITY for App Insights ingestion (the AUTHENTICATION_STRING + AZURE_CLIENT_ID pair), and the double-underscore keys map to .NET config sections. The repo appsettings.json placeholders are intentionally empty — real values are injected here by the pipeline. Show the Environment variables tab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rg-dev-001 is the dev environment. Explain how the same Bicep + azd promotes to test/prod by changing the environment. Mention slot swap for safe releases.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Open Deployment Center → Container settings. Show the image tag is a git SHA. This is the 'using containers' story: build once, promote the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DEMO. Open Log stream, then hit the app URL and watch requests scroll. Contrast ephemeral log stream vs durable telemetry in App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Open Scale up (App Service plan). Show the tier grid. Emphasize: scaling up changes the size of each instance — it's a plan-level change that affects all apps on the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Open Scale out. Show manual instance count first, then switch to Custom autoscale for the next slide. MAPAQ apps are stateless, so they scale out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DEMO. Create a scale-out rule (CPU &gt; 70% → +1) and a scale-in rule (CPU &lt; 30% → -1). Set min/max instances and a cooldown. Explain the default instance limits protect cost and stability. Optionally run the load-test script to trigger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DEMO checklist. Run scripts/start-local.ps1 beforehand if you want a local compare. Then drive the portal top-to-bottom using this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Show Program.cs in Mapaq.Web. The magic is propagation, covered two slides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EF Core → SqlClient instrumentation ships with the SDK; no extra package. This is how the SQL span appears in the waterfall.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Open browser DevTools → Network → a request → Headers, and show the real traceparent. This is the thread that ties the whole story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The visual anchor of the workshop. One operation_Id across four tiers becomes a single transaction in App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The snippet must load before any script that issues fetch/XHR, or early page views are lost.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Sampling is set on the SDK options object, per app — not in the portal.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This is a full hour. Keep the live app generating traffic the whole time so every blade has data. Use the dashboard-opener script to navigate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DEMO. Open Live Metrics and ask the room to load the page. Watch the request and dependency rates jump. Filter to the API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DEMO. Find a recent request, open the transaction, and walk the waterfall top to bottom. This is where the traceparent story pays off visually.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DEMO. Application Map auto-discovers topology from telemetry — no config. Click a node to see performance and failures for that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DEMO. If you can, force a 5xx (stop the API or hit a bad route) and watch Failures light up, then drill to the 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DEMO. Run the query on the next slide. The union across tables is the trick newcomers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Grab the operation_Id from the traceparent in DevTools or from Transaction Search, paste it in, and run. Save the query to the workbook.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DEMO. Open the workbook, change the time range and role parameter, and show the visuals update. Mention these are version-controllable as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DEMO. Show the work item integration on the App Insights resource, then create a bug from a real failure. Highlight how the telemetry context lands on the work item so a developer can reproduce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DEMO. Emit a structured log locally and watch it in the console, then find the same entry in App Insights traces filtered by operation_Id. This is the local-and-remote logging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DEMO. Show Smart Detection settings and create one metric alert (e.g., failed requests &gt; N in 5 min) wired to an action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DEMO master checklist for the hour. Keep traffic flowing throughout. Use scripts/open-monitoring-dashboard.ps1 to jump straight to the resource.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Tie cost back to the scaling and sampling levers shown earlier. The daily cap protects the subscription.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Keep this slide visible during labs. Most questions map to one of these lines. The identity line is specific to how rg-dev-001 is configured.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Always demo teardown live. A workshop without teardown is a billing time-bomb. (Skip on the shared rg-dev-001 if it must persist.)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Send the room home with one concrete commitment each. Offer the labs and wiki as the follow-on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All MS Learn pages have the EN/FR locale switcher in the top-right.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 b="0">
                <a:solidFill>
                  <a:srgbClr val="E5E7EB"/>
                </a:solidFill>
                <a:latin typeface="Segoe UI"/>
              </a:defRPr>
            </a:pPr>
            <a:r>
              <a:rPr sz="1400" b="0">
                <a:solidFill>
                  <a:srgbClr val="E5E7EB"/>
                </a:solidFill>
                <a:latin typeface="Segoe UI"/>
              </a:rPr>
              <a:t>Close in both languages. Hand the room to Q&amp;A and point them at the wiki for the full delivery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B82F6"/>
                </a:solidFill>
                <a:latin typeface="Segoe UI"/>
              </a:defRPr>
            </a:pPr>
            <a:r>
              <a:rPr sz="4400" b="1">
                <a:solidFill>
                  <a:srgbClr val="3B82F6"/>
                </a:solidFill>
                <a:latin typeface="Segoe UI"/>
              </a:rPr>
              <a:t>Modernizing Enterprise Apps with App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94A3B8"/>
                </a:solidFill>
                <a:latin typeface="Segoe UI"/>
              </a:defRPr>
            </a:pPr>
            <a:r>
              <a:rPr sz="2200" b="0">
                <a:solidFill>
                  <a:srgbClr val="94A3B8"/>
                </a:solidFill>
                <a:latin typeface="Segoe UI"/>
              </a:rPr>
              <a:t>An 8-hour hands-on workshop — App Service, containers, low-code + AI, GitHub Copilot .NET modernization, and Application Insights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6A340"/>
                </a:solidFill>
                <a:latin typeface="Segoe UI"/>
              </a:defRPr>
            </a:pPr>
            <a:r>
              <a:rPr sz="1400" b="0">
                <a:solidFill>
                  <a:srgbClr val="16A340"/>
                </a:solidFill>
                <a:latin typeface="Segoe UI"/>
              </a:rPr>
              <a:t>Microsoft Canada · MAPAQ Modernization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Agenda — a full day, eight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0 · Welcome, objectives &amp; personas (30 min)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1 · Shared understanding of app modernization (45 min)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2 · Modernization strategy &amp; decisions (45 min)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3 · Accelerate with low-code + AI · Copilot .NET agent (60 min)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4 · Provision &amp; the App Service blade deep-dive (75 min)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5 · Instrumentation: browser → web → API → SQL (60 min)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6 · Application Insights — the one-hour deep dive (60 min)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7 · Cost, alerts, teardown &amp; next steps (45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What you will be able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Identify and define the digital skills your transformation needs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Build a skilling plan mapped to each customer persona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Enable key roles to take on Cloud Challenges through new ways of working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Share a common language for modern application modernization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Make an informed modernization strategy decision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Accelerate delivery using low-code and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Who is in the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Business &amp; IT decision makers — fund and prioritize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Enterprise &amp; solution architects — choose the target platform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Developers &amp; DevOps engineers — build and ship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Operations &amp; SRE — run and observe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Change &amp; enablement leads — grow the skills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Digital skills for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Cloud fluency — IaaS vs PaaS vs containers vs serverless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Modern .NET — ASP.NET Core, EF Core, minimal APIs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Observability — telemetry, tracing, KQL, dashboards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Automation — IaC (Bicep), CI/CD, azd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AI-assisted engineering — Copilot, modernization agents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A skilling plan by persona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Decision makers → value framing, TCO, risk &amp; compliance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Architects → platform selection, the 5 Rs, reference architectures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Developers → modern .NET, Copilot agent, instrumentation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Ops / SRE → App Service operations, scaling, App Insights, alerts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Enablement → labs, brown-bags, an internal community of practice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Enabling roles for Cloud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Cloud Challenges = time-boxed, real-workload skilling sprints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Pair each role with a concrete deliverable from today's app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Architects own the target design; developers own a migrated module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Ops own a working dashboard and an alert; everyone learns by doing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Celebrate completion — momentum compounds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New ways of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Infrastructure as code — environments are reproducible (azd up / azd down)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Trunk-based, small PRs, automated checks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Observability-driven development — instrument first, optimize with data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AI in the loop — Copilot for code, modernization agent for upgrades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You build it, you run it — dev and ops share the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What 'modernization' actually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Not a rewrite by default — a spectrum of options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Move the workload to a platform that removes undifferentiated heavy lifting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Adopt managed services for identity, data, and observability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Improve developer velocity, reliability, security, and cost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Outcome over output — measure business impact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Why modernize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End-of-support runtimes and OS — security &amp; compliance risk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Slow, manual releases — long lead time to change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Scaling pain — vertical-only, fixed capacity, weekend firefights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Limited observability — mean-time-to-know is hours, not seconds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Cost — paying for idle, oversized VMs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The Azure app platform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App Service — managed web apps &amp; APIs, fastest path for .NET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Azure Container Apps — serverless containers, scale-to-zero, microservices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AKS — full Kubernetes when you need maximum control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Azure Functions — event-driven, consumption serverless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Today's target: App Service running .NET containers from ACR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The modernization strategy — the 5 Rs</a:t>
            </a:r>
          </a:p>
        </p:txBody>
      </p:sp>
      <p:pic descr="The modernization strategy — the 5 Rs">
        <p:nvPicPr>
          <p:cNvPr id="4" name="Picture 3" descr="modernization-strategy-5rs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1064240" cy="16662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Making an informed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Assess: runtime version, dependencies, statefulness, data gravity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Score each app: business value × technical risk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Pick the lowest-effort R that unblocks the business outcome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Prove it on one app end-to-end before scaling the pattern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Tools: .NET Upgrade Assistant + GitHub Copilot modernization agent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MAPAQ — our reference architecture</a:t>
            </a:r>
          </a:p>
        </p:txBody>
      </p:sp>
      <p:pic descr="MAPAQ — our reference architecture">
        <p:nvPicPr>
          <p:cNvPr id="4" name="Picture 3" descr="reference-architecture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1064240" cy="251980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Accelerate with low-code +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Low-code (Power Platform) for surrounding apps, portals, and workflow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AI-assisted coding shifts effort from typing to reviewing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Copilot for everyday code, tests, and docs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Specialized agents for whole-project upgrades and migrations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Humans stay in control — review every change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GitHub Copilot in VS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Inline completions and chat grounded in your codebase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Agent mode — multi-step tasks with tool use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Skills and MCP tools extend what Copilot can do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Works with your repo, terminal, tests, and Azure tooling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Already installed in this workshop environment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GitHub Copilot app modernization for .NET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Installed as a VS Code extension in this lab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Assesses the solution and proposes an upgrade plan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Automates target-framework upgrades and package updates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Fixes breaking changes and explains each edit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Tracks progress through a dashboard with tasks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How the modernization agent works</a:t>
            </a:r>
          </a:p>
        </p:txBody>
      </p:sp>
      <p:pic descr="How the modernization agent works">
        <p:nvPicPr>
          <p:cNvPr id="4" name="Picture 3" descr="copilot-agent-workflow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1064240" cy="92140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Demo — run the .NET modernization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1 · Open the solution; start the modernization agent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2 · Review the generated assessment &amp; upgrade options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3 · Confirm options; let it scaffold tasks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4 · Watch it upgrade a project, build, and run tests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5 · Review the diff, accept, and commit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Module 4 — Provision (azd up)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azd env new mapaq-dev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azd up — Bicep deploys RG, Log Analytics, App Insights, App Service, SQL, ACR, VNet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Two .NET container apps are built, pushed to ACR, and deployed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Connection strings &amp; identity are wired as App Settings — never in code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Infrastructure as code — Bicep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infra/main.bicep — composes everything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modules/loganalytics.bicep · appinsights.bicep — observability foundation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modules/appservice.bicep — Web + API with managed identity, containers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modules/sql.bicep — Azure SQL, Entra-only auth, private endpoint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modules/vnet.bicep · privateEndpoints.bicep · keyvault.bicep · identity.bicep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What is actually deployed — rg-dev-001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App Service Plan: P1v3 (PremiumV3, Linux) — autoscale-capable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mapaq-web &amp; mapaq-api — Linux containers pulled from Azure Container Registry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Azure SQL — private endpoint, Entra-only authentication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Application Insights — workspace-based, backed by Log Analytics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Managed identity, Key Vault, VNet with app + private-endpoint subnets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The App Service blade — a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Overview — URL, status, plan, location, health check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Deployment — Deployment Center, slots, container settings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Settings — Configuration, Environment variables, Identity, Networking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Monitoring — Log stream, Metrics, App Insights, Diagnose &amp; solve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Scale — Scale up (plan) and Scale out (instances / autoscale)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App Service — settings that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Always On = On — keeps the app warm (set on MAPAQ)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Health check path = /healthz — unhealthy instances are removed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HTTPS only, Minimum TLS = 1.2, FTP state = Disabled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Stack/runtime — here it's a custom container, not a built-in stack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Managed identity — the app authenticates to SQL, ACR, and App Insights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Configuration &amp; environment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App settings inject configuration as environment variables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Live keys: APPLICATIONINSIGHTS_CONNECTION_STRING, ApplicationInsights__ConnectionString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Identity-based ingestion: APPLICATIONINSIGHTS_AUTHENTICATION_STRING + AZURE_CLIENT_ID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ConnectionStrings__MapaqSql, MapaqApi__BaseAddress, WebOrigin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Container: DOCKER_REGISTRY_SERVER_URL, WEBSITES_PORT, OTEL_RESOURCE_ATTRIBUTES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Environments &amp; deployment slots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Separate App Service environments per stage: dev / test / prod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Deployment slots = staging copies on the same plan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Warm up a slot, then swap with near-zero downtime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Slot-sticky settings stay put across a swap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Pattern: deploy to staging → smoke test → swap to production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Running .NET in containers on App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Image source: Azure Container Registry (acr…azurecr.io/mapaq-web:&lt;sha&gt;)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Continuous deployment from ACR on new image push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WEBSITES_PORT tells App Service which container port to bind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Pull authenticated via the app's managed identity (no admin creds)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Same image runs locally, in CI, and in Azure — parity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Log Stream — live application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Monitoring → Log stream shows stdout/stderr in real time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Enable App Service logs (filesystem) for quick debugging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Container logs surface startup, health-check, and request lines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Great for 'is it even starting?' moments during a deploy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For durable analysis, send logs to Log Analytics / App Insights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Scale up — vertical (bigger instances)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Scale up = change the App Service Plan tier/size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More CPU, memory, and features per instance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Current plan: P1v3 — can move to P2v3 / P3v3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Premium tiers unlock VNet integration, more slots, autoscale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Scale up when a single request is resource-hungry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Scale out — horizontal (more instances)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Scale out = run more copies of the app behind the load balancer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Manual: set a fixed instance count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Automatic: rules-based autoscale (Premium plans)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Scale out for throughput and resilience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Stateless apps scale out cleanly — keep session state external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Autoscale rules — out and in</a:t>
            </a:r>
          </a:p>
        </p:txBody>
      </p:sp>
      <p:pic descr="Autoscale rules — out and in">
        <p:nvPicPr>
          <p:cNvPr id="4" name="Picture 3" descr="app-service-autoscale-rules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1064240" cy="255048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Demo — App Service blade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1 · Overview &amp; URL — confirm the app is running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2 · Environment variables — show the real injected settings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3 · Deployment Center — container image from ACR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4 · Log stream — watch live requests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5 · Scale up vs scale out — then add an autoscale rule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Module 5 — Web auto-instrumentation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dotnet add package Microsoft.ApplicationInsights.AspNetCore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builder.Services.AddApplicationInsightsTelemetry();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Reads APPLICATIONINSIGHTS_CONNECTION_STRING from configuration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Requests, dependencies, exceptions, and traces — with zero extra code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API + SQL instrumentation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Same AI SDK on Mapaq.Api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EF Core 10 SQL calls auto-tracked as SqlClient dependencies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HttpClientFactory propagates traceparent to downstream calls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Custom events: TelemetryClient.TrackEvent with custom dimensions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W3C Trace Context — traceparent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Format: 00-{trace-id}-{parent-id}-{flags}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Browser SDK starts the trace and emits the header on every fetch/XHR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ASP.NET Core honours and forwards it automatically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Result: one operation_Id stitches all four spans together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End-to-end trace — the centerpiece</a:t>
            </a:r>
          </a:p>
        </p:txBody>
      </p:sp>
      <p:pic descr="End-to-end trace — the centerpiece">
        <p:nvPicPr>
          <p:cNvPr id="4" name="Picture 3" descr="e2e-trace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1064240" cy="686745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Browser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Add the Application Insights JavaScript SDK to _Layout.cshtml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Pass the connection string via server-side ViewData — never hard-code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enableCorsCorrelation: true and enableRequestHeaderTracking: true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distributedTracingMode: AI_AND_W3C to emit traceparent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Browser SDK — minimal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Use connectionString (instrumentationKey is deprecated)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enableAutoRouteTracking: true for SPA-style navigation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correlationHeaderExcludedDomains for third-party hosts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samplingPercentage: 100 in dev, lower in prod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Module 6 — Application Insights, the one-hour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Live Metrics — real-time pulse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Transaction Search &amp; end-to-end transaction view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Application Map — auto-discovered topology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Failures &amp; Performance — triage by symptom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Logs (KQL) · Workbooks · Work items · Local + remote logging · Alerts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Live Metrics — the room-pleaser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Sub-second latency from app to portal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Stream is not persisted — sampling does not apply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Filter by cloud_RoleName to isolate Mapaq.Api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Great for demos and deploy-watching; not a substitute for alerts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Transaction Search &amp; end-to-end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Search every request, dependency, exception, trace, and pageView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Click a request to open the end-to-end transaction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See the waterfall: browser → web → API → SQL under one operation_Id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Drill into a SQL dependency to see the command and duration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Application Map</a:t>
            </a:r>
          </a:p>
        </p:txBody>
      </p:sp>
      <p:pic descr="Application Map">
        <p:nvPicPr>
          <p:cNvPr id="4" name="Picture 3" descr="application-map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1064240" cy="117166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Failures &amp; Performance blades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Failures — top failing operations, response codes, exception types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Performance — slowest operations, dependency duration, p50/p95/p99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Drill from an aggregate straight into sample transactions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Triage by user impact first, then by cause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Logs (KQL) — one query, one operation_Id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Open the Logs blade on the App Insights resource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union requests, dependencies, pageViews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Filter by operation_Id, project the key columns, order by time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The result is the same waterfall, as data you can chart and export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KQL query — copy / paste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union requests, dependencies, pageViews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| where operation_Id == 'PASTE-OPERATION-ID'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| project timestamp, itemType, name, duration, success, target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| order by timestamp asc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Workbooks — shareable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Pre-built workbook: 24h volume, p95 latency, fail %, top dependencies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Parameterised by role name and time range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Mix KQL, metrics, text, and parameters in one document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Importable via JSON — no Power BI required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Create work items from Application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Configure a work item integration (Azure DevOps / GitHub)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From a failure or transaction, click 'Create work item'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Telemetry context (operation_Id, stack, app version) is attached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Closes the loop: detect → file → fix → verify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Our ADO workflow: Epic → Feature → User Story/Bug, tag 'Agentic AI'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Local vs remote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Local: ILogger console + App Service Log stream for fast feedback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Remote: ILogger → Application Insights as traces (durable, queryable)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Structured logging — log properties become custom dimensions in KQL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Correlation: logs carry the same operation_Id as the request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Set levels via appsettings + ApplicationInsights LoggerProvider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Smart alerts &amp;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Smart Detection auto-finds failure-rate &amp; latency anomalies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Metric alerts on availability, server response time, failed requests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Action groups → email, SMS, Teams/webhook, or automation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Alert on symptoms (user impact), not just causes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Demo — App Insights, what to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1 · Live Metrics while the room loads the app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2 · Transaction Search → end-to-end waterfall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3 · Application Map → click the SQL node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4 · Failures → drill to an exception → create a work item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5 · Logs (KQL) → workbook → an alert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Cost controls — no surprises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Daily cap on the App Insights resource for the workshop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Sampling: 100% in dev, 10–25% typical in prod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Workspace-based AI uses Log Analytics commitment tiers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Right-size the App Service plan; scale in when idle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Tag everything for billing slices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Troubleshooting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No telemetry? Verify APPLICATIONINSIGHTS_CONNECTION_STRING in App settings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Identity ingestion failing? Check AZURE_CLIENT_ID + AUTHENTICATION_STRING + role assignment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Container won't start? Confirm WEBSITES_PORT and the image tag in Deployment Center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Browser pageViews missing? Snippet must load before other scripts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SQL deps missing? EF Core needs the AI SDK — package alone is not enough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Teardown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azd down --purge --force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--purge removes soft-deleted Key Vaults and AI resources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--force skips the interactive confirmation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Verify the resource group is gone in the portal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Next steps &amp; your skilling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Pick one real app and run the Copilot .NET modernization agent on it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Stand up App Service + App Insights with azd in your own subscription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Draft your per-persona skilling plan from Module 0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Run a Cloud Challenge sprint with your team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Adopt observability-driven development as the default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learn.microsoft.com/azure/app-service/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learn.microsoft.com/azure/azure-monitor/app/app-insights-overview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learn.microsoft.com/dotnet/core/porting/ (upgrade &amp; modernization)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github.com/Azure/azure-dev (azd)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GitHub Copilot app modernization for .NET — VS Code Marketplace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5E7EB"/>
                </a:solidFill>
                <a:latin typeface="Segoe UI"/>
              </a:defRPr>
            </a:pPr>
            <a:r>
              <a:rPr sz="3200" b="1">
                <a:solidFill>
                  <a:srgbClr val="E5E7EB"/>
                </a:solidFill>
                <a:latin typeface="Segoe UI"/>
              </a:rPr>
              <a:t>Merci ·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Slides, labs &amp; wiki: this repository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Bilingual decks: docs/decks/ (EN and FR)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Monitoring shortcut: scripts/open-monitoring-dashboard.ps1</a:t>
            </a:r>
          </a:p>
          <a:p>
            <a:pPr>
              <a:defRPr sz="1800" b="0">
                <a:solidFill>
                  <a:srgbClr val="E5E7EB"/>
                </a:solidFill>
                <a:latin typeface="Segoe UI"/>
              </a:defRPr>
            </a:pPr>
            <a:r>
              <a:rPr sz="1800" b="0">
                <a:solidFill>
                  <a:srgbClr val="E5E7EB"/>
                </a:solidFill>
                <a:latin typeface="Segoe UI"/>
              </a:rPr>
              <a:t>• Bonne modernisation! · Happy modernizing!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